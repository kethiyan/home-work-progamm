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248" y="-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340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6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0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25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27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7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32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94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13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709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7322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10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65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47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14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3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211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Fibernet 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System design for an Internet Service Provider (ISP)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Study of how the system works</a:t>
            </a:r>
          </a:p>
          <a:p>
            <a:r>
              <a:t>Identify requirements</a:t>
            </a:r>
          </a:p>
          <a:p>
            <a:r>
              <a:t>Design software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App</a:t>
            </a:r>
          </a:p>
          <a:p>
            <a:r>
              <a:t>Vendor / Technician App</a:t>
            </a:r>
          </a:p>
          <a:p>
            <a:r>
              <a:t>Admin Panel</a:t>
            </a:r>
          </a:p>
          <a:p>
            <a:r>
              <a:t>Central Server &amp; Database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App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registration</a:t>
            </a:r>
          </a:p>
          <a:p>
            <a:r>
              <a:rPr dirty="0"/>
              <a:t>Plan selection</a:t>
            </a:r>
          </a:p>
          <a:p>
            <a:r>
              <a:rPr dirty="0"/>
              <a:t>Online payment</a:t>
            </a:r>
          </a:p>
          <a:p>
            <a:r>
              <a:rPr dirty="0"/>
              <a:t>Complaint ticket</a:t>
            </a:r>
          </a:p>
          <a:p>
            <a:r>
              <a:rPr dirty="0"/>
              <a:t>Connection status check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/ Technician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Installation request</a:t>
            </a:r>
          </a:p>
          <a:p>
            <a:r>
              <a:rPr dirty="0"/>
              <a:t>Router setup</a:t>
            </a:r>
          </a:p>
          <a:p>
            <a:r>
              <a:rPr dirty="0"/>
              <a:t>Fiber cable installation</a:t>
            </a:r>
          </a:p>
          <a:p>
            <a:r>
              <a:rPr dirty="0"/>
              <a:t>Repair network issues</a:t>
            </a:r>
          </a:p>
          <a:p>
            <a:r>
              <a:rPr dirty="0"/>
              <a:t>Update job </a:t>
            </a:r>
            <a:r>
              <a:rPr dirty="0" smtClean="0"/>
              <a:t>status</a:t>
            </a:r>
            <a:endParaRPr lang="en-US" dirty="0" smtClean="0"/>
          </a:p>
          <a:p>
            <a:r>
              <a:rPr lang="en-US" dirty="0"/>
              <a:t>Check stock List</a:t>
            </a:r>
          </a:p>
          <a:p>
            <a:r>
              <a:rPr lang="en-US" dirty="0"/>
              <a:t>Check stock </a:t>
            </a:r>
            <a:r>
              <a:rPr lang="en-US" dirty="0" smtClean="0"/>
              <a:t>List &amp; Update list </a:t>
            </a:r>
            <a:r>
              <a:rPr lang="en-US" dirty="0" smtClean="0"/>
              <a:t>request</a:t>
            </a:r>
          </a:p>
          <a:p>
            <a:r>
              <a:rPr lang="en-US" dirty="0" smtClean="0"/>
              <a:t>Attendance sheet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Customer management</a:t>
            </a:r>
          </a:p>
          <a:p>
            <a:r>
              <a:rPr dirty="0"/>
              <a:t>Plan management</a:t>
            </a:r>
          </a:p>
          <a:p>
            <a:r>
              <a:rPr dirty="0"/>
              <a:t>Billing control</a:t>
            </a:r>
          </a:p>
          <a:p>
            <a:r>
              <a:rPr dirty="0"/>
              <a:t>Assign technicians</a:t>
            </a:r>
          </a:p>
          <a:p>
            <a:r>
              <a:rPr dirty="0"/>
              <a:t>Generate </a:t>
            </a:r>
            <a:r>
              <a:rPr dirty="0" smtClean="0"/>
              <a:t>reports</a:t>
            </a:r>
            <a:endParaRPr lang="en-US" dirty="0" smtClean="0"/>
          </a:p>
          <a:p>
            <a:r>
              <a:rPr lang="en-US" dirty="0" smtClean="0"/>
              <a:t>Check stock List</a:t>
            </a:r>
          </a:p>
          <a:p>
            <a:r>
              <a:rPr lang="en-US" dirty="0" smtClean="0"/>
              <a:t>Approval Update stock </a:t>
            </a:r>
            <a:r>
              <a:rPr lang="en-US" dirty="0" smtClean="0"/>
              <a:t>list</a:t>
            </a:r>
          </a:p>
          <a:p>
            <a:r>
              <a:rPr lang="en-US" dirty="0" smtClean="0"/>
              <a:t>Attendance Check &amp; register maintain</a:t>
            </a:r>
            <a:endParaRPr lang="en-US" dirty="0" smtClean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(DFD Concept)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request → System</a:t>
            </a:r>
          </a:p>
          <a:p>
            <a:r>
              <a:t>System processes request</a:t>
            </a:r>
          </a:p>
          <a:p>
            <a:r>
              <a:t>Data stored in database</a:t>
            </a:r>
          </a:p>
          <a:p>
            <a:r>
              <a:t>Technician resolves issue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Actors: Customer, Admin, Vendor</a:t>
            </a:r>
          </a:p>
          <a:p>
            <a:r>
              <a:t>Each interacts with the system for specific tasks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table</a:t>
            </a:r>
          </a:p>
          <a:p>
            <a:r>
              <a:t>Plan table</a:t>
            </a:r>
          </a:p>
          <a:p>
            <a:r>
              <a:t>Billing table</a:t>
            </a:r>
          </a:p>
          <a:p>
            <a:r>
              <a:t>Ticket table</a:t>
            </a:r>
          </a:p>
          <a:p>
            <a:r>
              <a:t>Technician 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analysis helps design efficient ISP systems</a:t>
            </a:r>
          </a:p>
          <a:p>
            <a:r>
              <a:t>Improves service quality and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</TotalTime>
  <Words>171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Fibernet System Analysis</vt:lpstr>
      <vt:lpstr>System Analysis Overview</vt:lpstr>
      <vt:lpstr>System Architecture</vt:lpstr>
      <vt:lpstr>Customer App Functions</vt:lpstr>
      <vt:lpstr>Vendor / Technician App</vt:lpstr>
      <vt:lpstr>Admin Panel</vt:lpstr>
      <vt:lpstr>Data Flow (DFD Concept)</vt:lpstr>
      <vt:lpstr>Use Case Overview</vt:lpstr>
      <vt:lpstr>Database Design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Fibernet System Analysis</dc:title>
  <dc:subject/>
  <dc:creator/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2026-03-16T09:43:05Z</dcterms:modified>
  <cp:category/>
</cp:coreProperties>
</file>