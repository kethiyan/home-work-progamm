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1248" y="2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134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611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4337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6685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2412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2526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5453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424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034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359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20644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67280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594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20589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02498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72960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290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345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Fibernet ISP Business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Business Model Canvas and System Design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Segments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Home internet users</a:t>
            </a:r>
          </a:p>
          <a:p>
            <a:r>
              <a:t>Small businesses</a:t>
            </a:r>
          </a:p>
          <a:p>
            <a:r>
              <a:t>Corporate offices</a:t>
            </a:r>
          </a:p>
          <a:p>
            <a:r>
              <a:t>Students and gamers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Value Proposition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High-speed fiber internet</a:t>
            </a:r>
          </a:p>
          <a:p>
            <a:r>
              <a:t>Stable &amp; reliable connection</a:t>
            </a:r>
          </a:p>
          <a:p>
            <a:r>
              <a:t>Affordable broadband plans</a:t>
            </a:r>
          </a:p>
          <a:p>
            <a:r>
              <a:t>24/7 customer support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Channels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Website booking</a:t>
            </a:r>
          </a:p>
          <a:p>
            <a:r>
              <a:t>Mobile app</a:t>
            </a:r>
          </a:p>
          <a:p>
            <a:r>
              <a:t>Social media ads</a:t>
            </a:r>
          </a:p>
          <a:p>
            <a:r>
              <a:t>Local sales agents</a:t>
            </a:r>
          </a:p>
          <a:p>
            <a:r>
              <a:t>Google Maps listing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Relationships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 support center</a:t>
            </a:r>
          </a:p>
          <a:p>
            <a:r>
              <a:t>Technical service</a:t>
            </a:r>
          </a:p>
          <a:p>
            <a:r>
              <a:t>Router &amp; modem support</a:t>
            </a:r>
          </a:p>
          <a:p>
            <a:r>
              <a:t>Loyalty offers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Streams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Monthly internet subscription</a:t>
            </a:r>
          </a:p>
          <a:p>
            <a:r>
              <a:t>Installation charges</a:t>
            </a:r>
          </a:p>
          <a:p>
            <a:r>
              <a:t>Router/modem rental</a:t>
            </a:r>
          </a:p>
          <a:p>
            <a:r>
              <a:t>Business broadband packages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Resources &amp; Activities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Fiber optic network</a:t>
            </a:r>
          </a:p>
          <a:p>
            <a:r>
              <a:t>Routers and switches</a:t>
            </a:r>
          </a:p>
          <a:p>
            <a:r>
              <a:t>Technical staff</a:t>
            </a:r>
          </a:p>
          <a:p>
            <a:r>
              <a:t>Customer service team</a:t>
            </a:r>
          </a:p>
          <a:p>
            <a:r>
              <a:t>Network maintenance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 App</a:t>
            </a:r>
          </a:p>
          <a:p>
            <a:r>
              <a:t>Vendor/Technician App</a:t>
            </a:r>
          </a:p>
          <a:p>
            <a:r>
              <a:t>Admin Panel</a:t>
            </a:r>
          </a:p>
          <a:p>
            <a:r>
              <a:t>Central Server &amp; Database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Fiber cable installation</a:t>
            </a:r>
          </a:p>
          <a:p>
            <a:r>
              <a:t>Network equipment purchase</a:t>
            </a:r>
          </a:p>
          <a:p>
            <a:r>
              <a:t>Staff salaries</a:t>
            </a:r>
          </a:p>
          <a:p>
            <a:r>
              <a:t>Marketing expenses</a:t>
            </a:r>
          </a:p>
          <a:p>
            <a:r>
              <a:t>Maintenance costs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29019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15</TotalTime>
  <Words>121</Words>
  <Application>Microsoft Office PowerPoint</Application>
  <PresentationFormat>On-screen Show (4:3)</PresentationFormat>
  <Paragraphs>45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Garamond</vt:lpstr>
      <vt:lpstr>Organic</vt:lpstr>
      <vt:lpstr>Fibernet ISP Business Analysis</vt:lpstr>
      <vt:lpstr>Customer Segments</vt:lpstr>
      <vt:lpstr>Value Proposition</vt:lpstr>
      <vt:lpstr>Channels</vt:lpstr>
      <vt:lpstr>Customer Relationships</vt:lpstr>
      <vt:lpstr>Revenue Streams</vt:lpstr>
      <vt:lpstr>Key Resources &amp; Activities</vt:lpstr>
      <vt:lpstr>System Overview</vt:lpstr>
      <vt:lpstr>Cost Structure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Fibernet ISP Business Analysis</dc:title>
  <dc:subject/>
  <dc:creator/>
  <cp:keywords/>
  <dc:description>generated using python-pptx</dc:description>
  <cp:lastModifiedBy>Dell</cp:lastModifiedBy>
  <cp:revision>4</cp:revision>
  <dcterms:created xsi:type="dcterms:W3CDTF">2013-01-27T09:14:16Z</dcterms:created>
  <dcterms:modified xsi:type="dcterms:W3CDTF">2026-03-16T09:30:23Z</dcterms:modified>
  <cp:category/>
</cp:coreProperties>
</file>