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248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531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48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683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7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7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69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1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8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33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1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113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4179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42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244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220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396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6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1862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Analyst Role in Home Service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Presentation</a:t>
            </a:r>
          </a:p>
          <a:p>
            <a:r>
              <a:t>Business Analysis for Home Application Services</a:t>
            </a:r>
          </a:p>
          <a:p>
            <a:r>
              <a:t>Prepared for College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1. Introduction</a:t>
            </a:r>
          </a:p>
          <a:p>
            <a:r>
              <a:t>2. Company Overview</a:t>
            </a:r>
          </a:p>
          <a:p>
            <a:r>
              <a:t>3. Business Problem</a:t>
            </a:r>
          </a:p>
          <a:p>
            <a:r>
              <a:t>4. Role of Business Analyst</a:t>
            </a:r>
          </a:p>
          <a:p>
            <a:r>
              <a:t>5. Responsibilities</a:t>
            </a:r>
          </a:p>
          <a:p>
            <a:r>
              <a:t>6. Workflow</a:t>
            </a:r>
          </a:p>
          <a:p>
            <a:r>
              <a:t>7. Tools</a:t>
            </a:r>
          </a:p>
          <a:p>
            <a:r>
              <a:t>8. Stakeholders</a:t>
            </a:r>
          </a:p>
          <a:p>
            <a:r>
              <a:t>9. KPIs</a:t>
            </a:r>
          </a:p>
          <a:p>
            <a:r>
              <a:t>10. Business Model Canvas</a:t>
            </a:r>
          </a:p>
          <a:p>
            <a:r>
              <a:t>11. Benefits</a:t>
            </a:r>
          </a:p>
          <a:p>
            <a:r>
              <a:t>12. Future Improvements</a:t>
            </a:r>
          </a:p>
          <a:p>
            <a:r>
              <a:t>13. Case Example</a:t>
            </a:r>
          </a:p>
          <a:p>
            <a:r>
              <a:t>14. Conclusion</a:t>
            </a:r>
          </a:p>
          <a:p>
            <a:r>
              <a:t>15. Thank You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Business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analysis helps organizations identify needs and determine solutions.</a:t>
            </a:r>
          </a:p>
          <a:p>
            <a:r>
              <a:t>It improves efficiency, customer satisfaction, and business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Type: Home Service Platform</a:t>
            </a:r>
          </a:p>
          <a:p>
            <a:r>
              <a:t>Services: Cleaning, Plumbing, Electrical, Appliance Repair</a:t>
            </a:r>
          </a:p>
          <a:p>
            <a:r>
              <a:t>Target Customers: Home owners and apartments</a:t>
            </a:r>
          </a:p>
          <a:p>
            <a:r>
              <a:t>Goal: Fast, reliable home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struggle to find reliable technicians.</a:t>
            </a:r>
          </a:p>
          <a:p>
            <a:r>
              <a:t>Service delays reduce customer satisfaction.</a:t>
            </a:r>
          </a:p>
          <a:p>
            <a:r>
              <a:t>Lack of proper workflow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a Business Analyst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business processes</a:t>
            </a:r>
          </a:p>
          <a:p>
            <a:r>
              <a:t>Identify problems</a:t>
            </a:r>
          </a:p>
          <a:p>
            <a:r>
              <a:t>Recommend improvements</a:t>
            </a:r>
          </a:p>
          <a:p>
            <a:r>
              <a:t>Support management decisions</a:t>
            </a:r>
          </a:p>
          <a:p>
            <a:r>
              <a:t>Bridge between business and technical teams.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Gather business requirements</a:t>
            </a:r>
          </a:p>
          <a:p>
            <a:r>
              <a:t>Analyze customer needs</a:t>
            </a:r>
          </a:p>
          <a:p>
            <a:r>
              <a:t>Improve service workflow</a:t>
            </a:r>
          </a:p>
          <a:p>
            <a:r>
              <a:t>Prepare business documentation</a:t>
            </a:r>
          </a:p>
          <a:p>
            <a:r>
              <a:t>Support project implementation.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Business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books service</a:t>
            </a:r>
          </a:p>
          <a:p>
            <a:r>
              <a:t>Request analysis</a:t>
            </a:r>
          </a:p>
          <a:p>
            <a:r>
              <a:t>Technician assignment</a:t>
            </a:r>
          </a:p>
          <a:p>
            <a:r>
              <a:t>Service execution</a:t>
            </a:r>
          </a:p>
          <a:p>
            <a:r>
              <a:t>Payment processing</a:t>
            </a:r>
          </a:p>
          <a:p>
            <a:r>
              <a:t>Customer feedback.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 by Business Analyst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 Excel for data analysis</a:t>
            </a:r>
          </a:p>
          <a:p>
            <a:r>
              <a:t>PowerPoint for presentations</a:t>
            </a:r>
          </a:p>
          <a:p>
            <a:r>
              <a:t>Workflow diagrams</a:t>
            </a:r>
          </a:p>
          <a:p>
            <a:r>
              <a:t>Requirement documentation tools</a:t>
            </a:r>
          </a:p>
          <a:p>
            <a:r>
              <a:t>Communication platforms.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</a:t>
            </a:r>
          </a:p>
          <a:p>
            <a:r>
              <a:t>Service technicians</a:t>
            </a:r>
          </a:p>
          <a:p>
            <a:r>
              <a:t>Management team</a:t>
            </a:r>
          </a:p>
          <a:p>
            <a:r>
              <a:t>Marketing team</a:t>
            </a:r>
          </a:p>
          <a:p>
            <a:r>
              <a:t>Technology team.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satisfaction score</a:t>
            </a:r>
          </a:p>
          <a:p>
            <a:r>
              <a:t>Service completion time</a:t>
            </a:r>
          </a:p>
          <a:p>
            <a:r>
              <a:t>Number of service requests</a:t>
            </a:r>
          </a:p>
          <a:p>
            <a:r>
              <a:t>Revenue growth</a:t>
            </a:r>
          </a:p>
          <a:p>
            <a:r>
              <a:t>Operational efficiency.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Canvas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Segments: Home owners</a:t>
            </a:r>
          </a:p>
          <a:p>
            <a:r>
              <a:t>Value Proposition: Reliable and fast service</a:t>
            </a:r>
          </a:p>
          <a:p>
            <a:r>
              <a:t>Channels: Mobile app and website</a:t>
            </a:r>
          </a:p>
          <a:p>
            <a:r>
              <a:t>Revenue Streams: Service fees</a:t>
            </a:r>
          </a:p>
          <a:p>
            <a:r>
              <a:t>Cost Structure: Staff, marketing, operations.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Business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service efficiency</a:t>
            </a:r>
          </a:p>
          <a:p>
            <a:r>
              <a:t>Better decision making</a:t>
            </a:r>
          </a:p>
          <a:p>
            <a:r>
              <a:t>Higher customer satisfaction</a:t>
            </a:r>
          </a:p>
          <a:p>
            <a:r>
              <a:t>Business growth and profitability.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 of service booking</a:t>
            </a:r>
          </a:p>
          <a:p>
            <a:r>
              <a:t>AI-based technician assignment</a:t>
            </a:r>
          </a:p>
          <a:p>
            <a:r>
              <a:t>Mobile app enhancements</a:t>
            </a:r>
          </a:p>
          <a:p>
            <a:r>
              <a:t>Data-driven decision making.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Analysts play a critical role in improving business processes.</a:t>
            </a:r>
          </a:p>
          <a:p>
            <a:r>
              <a:t>They help organizations deliver better services and achieve business goals.</a:t>
            </a:r>
          </a:p>
          <a:p>
            <a:r>
              <a:t>Thank You.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359</Words>
  <Application>Microsoft Office PowerPoint</Application>
  <PresentationFormat>On-screen Show (4:3)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</vt:lpstr>
      <vt:lpstr>Business Analyst Role in Home Service Business</vt:lpstr>
      <vt:lpstr>Agenda</vt:lpstr>
      <vt:lpstr>Introduction to Business Analysis</vt:lpstr>
      <vt:lpstr>Company Overview</vt:lpstr>
      <vt:lpstr>Business Problem</vt:lpstr>
      <vt:lpstr>Role of a Business Analyst</vt:lpstr>
      <vt:lpstr>Key Responsibilities</vt:lpstr>
      <vt:lpstr>Service Business Workflow</vt:lpstr>
      <vt:lpstr>Tools Used by Business Analyst</vt:lpstr>
      <vt:lpstr>Stakeholders</vt:lpstr>
      <vt:lpstr>Key Performance Indicators (KPIs)</vt:lpstr>
      <vt:lpstr>Business Model Canvas</vt:lpstr>
      <vt:lpstr>Benefits of Business Analysis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Analyst Role in Home Service Business</dc:title>
  <dc:subject/>
  <dc:creator/>
  <cp:keywords/>
  <dc:description>generated using python-pptx</dc:description>
  <cp:lastModifiedBy>Dell</cp:lastModifiedBy>
  <cp:revision>2</cp:revision>
  <dcterms:created xsi:type="dcterms:W3CDTF">2013-01-27T09:14:16Z</dcterms:created>
  <dcterms:modified xsi:type="dcterms:W3CDTF">2026-03-12T06:17:05Z</dcterms:modified>
  <cp:category/>
</cp:coreProperties>
</file>